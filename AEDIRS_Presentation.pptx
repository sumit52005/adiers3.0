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B3A5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73152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5393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731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FINAL YEAR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AEDIRS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Emergency Disaster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&amp; Response System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" y="3337560"/>
            <a:ext cx="5029200" cy="36576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456432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Atharva Bhuse  |  ADT23SOCB0250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Aneesh Desai   |  ADT23SOCB0131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Om Rajale       |  ADT23SOCB0667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Sumit Yadav    |  ADT23SOCB1175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65960" cy="347472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371600"/>
            <a:ext cx="777240" cy="777240"/>
          </a:xfrm>
          <a:prstGeom prst="ellipse">
            <a:avLst/>
          </a:prstGeom>
          <a:solidFill>
            <a:srgbClr val="E5393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444752"/>
            <a:ext cx="630936" cy="630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286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Response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2816352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coordination wastes critical golden-hour minutes during disasters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41448" y="1188720"/>
            <a:ext cx="1965960" cy="347472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35808" y="1371600"/>
            <a:ext cx="777240" cy="777240"/>
          </a:xfrm>
          <a:prstGeom prst="ellipse">
            <a:avLst/>
          </a:prstGeom>
          <a:solidFill>
            <a:srgbClr val="F57C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444752"/>
            <a:ext cx="630936" cy="6309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41448" y="2286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Alerts Overwhelm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532888" y="2816352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and duplicate reports flood rescue teams, wasting resources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08576" y="1188720"/>
            <a:ext cx="1965960" cy="347472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02936" y="1371600"/>
            <a:ext cx="777240" cy="77724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1444752"/>
            <a:ext cx="630936" cy="6309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08576" y="2286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Situational Awareness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00016" y="2816352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lack a unified real-time view of evolving disaster zones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775704" y="1188720"/>
            <a:ext cx="1965960" cy="347472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70064" y="1371600"/>
            <a:ext cx="777240" cy="777240"/>
          </a:xfrm>
          <a:prstGeom prst="ellipse">
            <a:avLst/>
          </a:prstGeom>
          <a:solidFill>
            <a:srgbClr val="00838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1444752"/>
            <a:ext cx="630936" cy="6309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75704" y="2286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Resource Dispatch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67144" y="2816352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and best-fit rescue units are not matched to incidents intelligently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0" y="1188720"/>
            <a:ext cx="2194560" cy="2194560"/>
          </a:xfrm>
          <a:prstGeom prst="ellipse">
            <a:avLst/>
          </a:prstGeom>
          <a:solidFill>
            <a:srgbClr val="E53935"/>
          </a:solidFill>
          <a:ln/>
          <a:effectLst>
            <a:outerShdw sx="100000" sy="100000" kx="0" ky="0" algn="bl" rotWithShape="0" blurRad="2540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17373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AEDIRS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0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Hub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1737360" cy="777240"/>
          </a:xfrm>
          <a:prstGeom prst="rect">
            <a:avLst>
              <a:gd name="adj" fmla="val 11765"/>
            </a:avLst>
          </a:prstGeom>
          <a:solidFill>
            <a:srgbClr val="00838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887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Citizens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017520"/>
            <a:ext cx="1737360" cy="777240"/>
          </a:xfrm>
          <a:prstGeom prst="rect">
            <a:avLst>
              <a:gd name="adj" fmla="val 11765"/>
            </a:avLst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0175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SMS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Offline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1188720"/>
            <a:ext cx="1737360" cy="777240"/>
          </a:xfrm>
          <a:prstGeom prst="rect">
            <a:avLst>
              <a:gd name="adj" fmla="val 11765"/>
            </a:avLst>
          </a:prstGeom>
          <a:solidFill>
            <a:srgbClr val="F57C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1887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Rescue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3017520"/>
            <a:ext cx="1737360" cy="777240"/>
          </a:xfrm>
          <a:prstGeom prst="rect">
            <a:avLst>
              <a:gd name="adj" fmla="val 11765"/>
            </a:avLst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30175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Authorities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29968" y="1572768"/>
            <a:ext cx="146304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2029968" y="3401568"/>
            <a:ext cx="146304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ysDash"/>
          </a:ln>
        </p:spPr>
      </p:sp>
      <p:sp>
        <p:nvSpPr>
          <p:cNvPr id="17" name="Shape 15"/>
          <p:cNvSpPr/>
          <p:nvPr/>
        </p:nvSpPr>
        <p:spPr>
          <a:xfrm>
            <a:off x="5669280" y="1572768"/>
            <a:ext cx="1188720" cy="0"/>
          </a:xfrm>
          <a:prstGeom prst="line">
            <a:avLst/>
          </a:prstGeom>
          <a:noFill/>
          <a:ln w="25400">
            <a:solidFill>
              <a:srgbClr val="F57C00"/>
            </a:solidFill>
            <a:prstDash val="sysDash"/>
          </a:ln>
        </p:spPr>
      </p:sp>
      <p:sp>
        <p:nvSpPr>
          <p:cNvPr id="18" name="Shape 16"/>
          <p:cNvSpPr/>
          <p:nvPr/>
        </p:nvSpPr>
        <p:spPr>
          <a:xfrm>
            <a:off x="5669280" y="3401568"/>
            <a:ext cx="118872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ysDash"/>
          </a:ln>
        </p:spPr>
      </p:sp>
      <p:sp>
        <p:nvSpPr>
          <p:cNvPr id="19" name="Text 17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Pipeline: Classify → Triage → Filter → Dispatch in under 3 seconds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FEATURES  —  INPUT &amp; INTELLIGENCE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88920" cy="365760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2788920" cy="50292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972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8328" y="1691640"/>
            <a:ext cx="2578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Emergency Reporting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voice (Whisper STT), photo/video (Google Vision AI)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GPS location capture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fallback via Twilio for zero-connectivity zones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788920" cy="365760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278892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0972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10128" y="1691640"/>
            <a:ext cx="2578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Severity Classification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423160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NLP classifier assigns P1–P4 priority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disaster categories: flood, fire, earthquake, accident…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Critical: multi-agency alert within 30 seconds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2788920" cy="365760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097280"/>
            <a:ext cx="2788920" cy="5029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0972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81928" y="1691640"/>
            <a:ext cx="25786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&amp; Duplicate Detection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423160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Level Analysis on images (AI-forgery detection)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cross-check against weather, seismic &amp; traffic APIs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Geo-temporal clustering within 500m / 10 min radius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FEATURES  —  DISPATCH &amp; VISIBILITY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2084832" cy="365760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97280"/>
            <a:ext cx="2084832" cy="4572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0972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Risk Heatmap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" y="2359152"/>
            <a:ext cx="195681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on OpenStreetMap — real-time incident density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zones: Red=Critical, Orange=Moderate, Yellow=Resolved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slider for hour-by-hour disaster replay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04872" y="1097280"/>
            <a:ext cx="2084832" cy="365760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04872" y="1097280"/>
            <a:ext cx="2084832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2404872" y="10972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96312" y="16276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Resource Dispatch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78024" y="2359152"/>
            <a:ext cx="195681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+ OSRM: constraint-based optimization engine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by proximity, incident type, capacity &amp; workload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re-routing if a higher priority incident emerges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097280"/>
            <a:ext cx="2084832" cy="365760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097280"/>
            <a:ext cx="2084832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10972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18304" y="16276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SMS Support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0016" y="2359152"/>
            <a:ext cx="195681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SMS: FLOOD|Location|Description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parses &amp; injects into the main AI pipeline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coverage even with zero internet connectivity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48856" y="1097280"/>
            <a:ext cx="2084832" cy="365760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48856" y="1097280"/>
            <a:ext cx="2084832" cy="45720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1" name="Text 19"/>
          <p:cNvSpPr/>
          <p:nvPr/>
        </p:nvSpPr>
        <p:spPr>
          <a:xfrm>
            <a:off x="6848856" y="10972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0296" y="162763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Dashboard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22008" y="2359152"/>
            <a:ext cx="195681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dashboard: live queue, map &amp; inter-agency messaging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post-incident audit reports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&amp; resource utilization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 &amp; AI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00838F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09728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Citizen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09928" y="1783080"/>
            <a:ext cx="347472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92808" y="1664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109728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109728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Classifier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55848" y="1783080"/>
            <a:ext cx="347472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1664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109728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09728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Fake / Dupe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01768" y="1783080"/>
            <a:ext cx="347472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1664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66360" y="109728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09728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Severity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7688" y="1783080"/>
            <a:ext cx="347472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0568" y="1664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1097280"/>
            <a:ext cx="1463040" cy="1371600"/>
          </a:xfrm>
          <a:prstGeom prst="roundRect">
            <a:avLst>
              <a:gd name="adj" fmla="val 8000"/>
            </a:avLst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109728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Dispatch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2487168"/>
            <a:ext cx="0" cy="502920"/>
          </a:xfrm>
          <a:prstGeom prst="line">
            <a:avLst/>
          </a:prstGeom>
          <a:noFill/>
          <a:ln w="19050">
            <a:solidFill>
              <a:srgbClr val="546E7A"/>
            </a:solidFill>
            <a:prstDash val="sysDash"/>
          </a:ln>
        </p:spPr>
      </p:sp>
      <p:sp>
        <p:nvSpPr>
          <p:cNvPr id="23" name="Shape 21"/>
          <p:cNvSpPr/>
          <p:nvPr/>
        </p:nvSpPr>
        <p:spPr>
          <a:xfrm>
            <a:off x="4983480" y="2487168"/>
            <a:ext cx="0" cy="502920"/>
          </a:xfrm>
          <a:prstGeom prst="line">
            <a:avLst/>
          </a:prstGeom>
          <a:noFill/>
          <a:ln w="19050">
            <a:solidFill>
              <a:srgbClr val="546E7A"/>
            </a:solidFill>
            <a:prstDash val="sysDash"/>
          </a:ln>
        </p:spPr>
      </p:sp>
      <p:sp>
        <p:nvSpPr>
          <p:cNvPr id="24" name="Shape 22"/>
          <p:cNvSpPr/>
          <p:nvPr/>
        </p:nvSpPr>
        <p:spPr>
          <a:xfrm>
            <a:off x="7543800" y="2487168"/>
            <a:ext cx="0" cy="502920"/>
          </a:xfrm>
          <a:prstGeom prst="line">
            <a:avLst/>
          </a:prstGeom>
          <a:noFill/>
          <a:ln w="19050">
            <a:solidFill>
              <a:srgbClr val="546E7A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>
            <a:off x="457200" y="2999232"/>
            <a:ext cx="1920240" cy="822960"/>
          </a:xfrm>
          <a:prstGeom prst="rect">
            <a:avLst/>
          </a:prstGeom>
          <a:solidFill>
            <a:srgbClr val="00838F">
              <a:alpha val="80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99232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Push Notification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 Directions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0" y="2999232"/>
            <a:ext cx="1920240" cy="822960"/>
          </a:xfrm>
          <a:prstGeom prst="rect">
            <a:avLst/>
          </a:prstGeom>
          <a:solidFill>
            <a:srgbClr val="1565C0">
              <a:alpha val="80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999232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Heatmap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2999232"/>
            <a:ext cx="1920240" cy="822960"/>
          </a:xfrm>
          <a:prstGeom prst="rect">
            <a:avLst/>
          </a:prstGeom>
          <a:solidFill>
            <a:srgbClr val="1B3A5C">
              <a:alpha val="80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2999232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0CAF9"/>
                </a:solidFill>
              </a:rPr>
              <a:t>Every response feeds back to improve the AI models — continuous self-improvement loop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084832" cy="374904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97280"/>
            <a:ext cx="2084832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972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19202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(Admin Dashboard)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+ OpenStreetMap (Heatmap)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for Mobile Citizens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(FCM)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097280"/>
            <a:ext cx="2084832" cy="374904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097280"/>
            <a:ext cx="2084832" cy="4572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0" name="Text 8"/>
          <p:cNvSpPr/>
          <p:nvPr/>
        </p:nvSpPr>
        <p:spPr>
          <a:xfrm>
            <a:off x="2450592" y="10972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/ NLP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42032" y="1645920"/>
            <a:ext cx="19202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(Severity Classifier)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STT (Voice Input)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Vision AI (Image Analysis)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(Fake Image Detection)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72584" y="1097280"/>
            <a:ext cx="2084832" cy="374904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3" name="Shape 11"/>
          <p:cNvSpPr/>
          <p:nvPr/>
        </p:nvSpPr>
        <p:spPr>
          <a:xfrm>
            <a:off x="4672584" y="1097280"/>
            <a:ext cx="2084832" cy="4572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4" name="Text 12"/>
          <p:cNvSpPr/>
          <p:nvPr/>
        </p:nvSpPr>
        <p:spPr>
          <a:xfrm>
            <a:off x="4672584" y="10972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 &amp; Infra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64024" y="1645920"/>
            <a:ext cx="19202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Python FastAPI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+ OSRM (Dispatch Engine)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(SMS Gateway)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94576" y="1097280"/>
            <a:ext cx="2084832" cy="374904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894576" y="1097280"/>
            <a:ext cx="2084832" cy="4572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8" name="Text 16"/>
          <p:cNvSpPr/>
          <p:nvPr/>
        </p:nvSpPr>
        <p:spPr>
          <a:xfrm>
            <a:off x="6894576" y="10972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Cloud &amp; DevOps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86016" y="1645920"/>
            <a:ext cx="19202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(Cloud Hosting)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(Real-time Queue)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AEDIRS DIFFERENT?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234440"/>
            <a:ext cx="4023360" cy="35661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0" y="1234440"/>
            <a:ext cx="4023360" cy="3566160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344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✦  AEDIRS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2344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BEC5"/>
                </a:solidFill>
              </a:rPr>
              <a:t>✗  Other Disaster Apps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&amp; severity classification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fake/duplicate filtering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Constraint-based smart dispatch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Geo-temporal incident clustering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live heatmap dashboard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SMS pipeline via Twilio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 processing only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forgery or dupe detection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or manual unit dispatch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reports waste resources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or delayed map updates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connectivity required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EXPECTED OUTCOMES &amp;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1554480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25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29768" y="214884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Emergency Response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651760" cy="155448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325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10128" y="214884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Alert Dispatches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188720"/>
            <a:ext cx="2651760" cy="1554480"/>
          </a:xfrm>
          <a:prstGeom prst="rect">
            <a:avLst/>
          </a:prstGeom>
          <a:solidFill>
            <a:srgbClr val="00838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325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&lt;3s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90488" y="214884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Latency Per Report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2651760" cy="1554480"/>
          </a:xfrm>
          <a:prstGeom prst="rect">
            <a:avLst/>
          </a:prstGeom>
          <a:solidFill>
            <a:srgbClr val="F57C00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31546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29768" y="397764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F1-Score Target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3017520"/>
            <a:ext cx="2651760" cy="155448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31546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10128" y="397764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Resource Utilization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3017520"/>
            <a:ext cx="2651760" cy="15544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80760" y="31546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190488" y="397764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incl. Offline Zones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E53935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0CAF9"/>
                </a:solidFill>
              </a:rPr>
              <a:t>AEDIRS — Saving Lives Through AI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2606040"/>
            <a:ext cx="3657600" cy="457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834640"/>
            <a:ext cx="1920240" cy="17373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8992" y="2907792"/>
            <a:ext cx="685800" cy="68580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29077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75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Atharva Bhuse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CAF9"/>
                </a:solidFill>
              </a:rPr>
              <a:t>ADT23SOCB0250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2834640"/>
            <a:ext cx="1920240" cy="17373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2907792"/>
            <a:ext cx="685800" cy="68580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5" name="Text 13"/>
          <p:cNvSpPr/>
          <p:nvPr/>
        </p:nvSpPr>
        <p:spPr>
          <a:xfrm>
            <a:off x="3227832" y="29077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6040" y="3675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Aneesh Desai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40233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CAF9"/>
                </a:solidFill>
              </a:rPr>
              <a:t>ADT23SOCB0131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1920240" cy="17373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76672" y="2907792"/>
            <a:ext cx="685800" cy="68580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0" name="Text 18"/>
          <p:cNvSpPr/>
          <p:nvPr/>
        </p:nvSpPr>
        <p:spPr>
          <a:xfrm>
            <a:off x="5376672" y="29077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675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Om Rajale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40233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CAF9"/>
                </a:solidFill>
              </a:rPr>
              <a:t>ADT23SOCB0667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03720" y="2834640"/>
            <a:ext cx="1920240" cy="17373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25512" y="2907792"/>
            <a:ext cx="685800" cy="68580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5" name="Text 23"/>
          <p:cNvSpPr/>
          <p:nvPr/>
        </p:nvSpPr>
        <p:spPr>
          <a:xfrm>
            <a:off x="7525512" y="29077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3675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Sumit Yadav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40233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CAF9"/>
                </a:solidFill>
              </a:rPr>
              <a:t>ADT23SOCB1175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AEDIRS - AI-Assisted Emergency Disaster Intelligence &amp; Response System</dc:title>
  <dc:subject>PptxGenJS Presentation</dc:subject>
  <dc:creator>PptxGenJS</dc:creator>
  <cp:lastModifiedBy>PptxGenJS</cp:lastModifiedBy>
  <cp:revision>1</cp:revision>
  <dcterms:created xsi:type="dcterms:W3CDTF">2026-06-03T11:15:27Z</dcterms:created>
  <dcterms:modified xsi:type="dcterms:W3CDTF">2026-06-03T11:15:27Z</dcterms:modified>
</cp:coreProperties>
</file>